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Generative Engine Optimization (GEO)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Product Strategy, Market Comparison, and Monetization Roadmap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88CC"/>
                </a:solidFill>
              </a:rPr>
              <a:t>An Analytics Platform for the AI Search Era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GEO Product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1. Brand Visibility Analytics: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Measure how often your brand is recommended by LLMs (ChatGPT, Gemini, Claude).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2. Hallucination Tracking: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Identify instances where LLMs state inaccurate information about your products.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3. Share of Voice (SOV) Metrics: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Compare your AI search presence against competitors.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4. Optimization Insights: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Actionable recommendations on how to adjust content (e.g., adding citations, structuring data) to improve LLM retrieval.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Market Tool Comparison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2860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Our GEO Platform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Traditional SEO (e.g., Ahrefs/SEMrush)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Early GEO Competitors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Search Type Focus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Generative LLMs (ChatGPT, Gemini)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Traditional Search Engines (Google)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Niche LLM focus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Metric Standard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LLM Citation Rate, Sentiment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Keyword Volume, Backlinks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Basic Mention Count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Hallucination Check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Advanced Contextual Validation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Limited to keyword matching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Actionable Insights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Content Formatting for RAG systems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HTML Tags, Page Speed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Varies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Short-term Roadmap (Next 3 Months)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Month 1: Foundation &amp; Data Ingestion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 Integrate APIs for ChatGPT, Gemini, and Perplexity.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 Build initial dashboard for tracking brand mentions.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
Month 2: Core Analytics Engine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 Develop Sentiment Analysis and Citation Rate algorithms.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 Launch beta testing with 10 design partners.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
Month 3: Insights &amp; Reporting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 Implement automated weekly reporting for brands.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 Release initial 'Optimization Recommendations' module.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Long-term Roadmap (Up to 1 Year)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Q2: Platform Expansion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 Support for visual search LLMs and multi-modal models.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 Public launch and onboarding automation.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
Q3: Advanced RAG Optimization Tools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 'What-if' simulation engine: predict how content changes impact LLM outputs.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 API access for enterprise customers.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
Q4: AI-Driven Auto-Correction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 Direct integration with CMS platforms to suggest real-time changes.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 Comprehensive 'Truth Layer' for hallucination flagging.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Monetization Strategy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1. Freemium Tier: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Basic brand mention tracking on a single LLM to drive adoption.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2. Pro Tier ($99 - $299/mo):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Multi-LLM tracking, sentiment analysis, and standard optimization insights.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3. Enterprise Tier (Custom Pricing):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API access, custom RAG simulations, and dedicated support. Targeted at large agencies and Fortune 500 brands.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4. Data Licensing: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Selling aggregated, anonymized trends on LLM search behavior to marketing research firms.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2026-05-10T09:07:27Z</dcterms:created>
  <dcterms:modified xsi:type="dcterms:W3CDTF">2026-05-10T09:07:27Z</dcterms:modified>
</cp:coreProperties>
</file>